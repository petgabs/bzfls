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18" r:id="rId2"/>
    <p:sldId id="256" r:id="rId3"/>
    <p:sldId id="310" r:id="rId4"/>
    <p:sldId id="314" r:id="rId5"/>
    <p:sldId id="311" r:id="rId6"/>
    <p:sldId id="313" r:id="rId7"/>
    <p:sldId id="316" r:id="rId8"/>
    <p:sldId id="331" r:id="rId9"/>
    <p:sldId id="332" r:id="rId10"/>
    <p:sldId id="333" r:id="rId11"/>
    <p:sldId id="335" r:id="rId12"/>
    <p:sldId id="336" r:id="rId13"/>
    <p:sldId id="337" r:id="rId14"/>
    <p:sldId id="265" r:id="rId15"/>
    <p:sldId id="338" r:id="rId16"/>
    <p:sldId id="315" r:id="rId17"/>
    <p:sldId id="31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A35A"/>
    <a:srgbClr val="102954"/>
    <a:srgbClr val="C79E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2"/>
    <p:restoredTop sz="94638"/>
  </p:normalViewPr>
  <p:slideViewPr>
    <p:cSldViewPr snapToGrid="0" snapToObjects="1">
      <p:cViewPr>
        <p:scale>
          <a:sx n="80" d="100"/>
          <a:sy n="80" d="100"/>
        </p:scale>
        <p:origin x="616" y="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3:15:57.535"/>
    </inkml:context>
    <inkml:brush xml:id="br0">
      <inkml:brushProperty name="width" value="0.35" units="cm"/>
      <inkml:brushProperty name="height" value="0.35" units="cm"/>
      <inkml:brushProperty name="color" value="#102A54"/>
    </inkml:brush>
  </inkml:definitions>
  <inkml:trace contextRef="#ctx0" brushRef="#br0">0 1 24575,'27'0'0,"-2"0"0,-9 0 0,1 0 0,-2 0 0,0 0 0,-3 0 0,-2 0 0,-1 0 0,1 0 0,-1 0 0,0 0 0,1 0 0,-2 0 0,1 0 0,1 1 0,-3 0 0,4 1 0,-3-1 0,1 0 0,0 0 0,0 0 0,2 0 0,-1-1 0,-2 0 0,2 0 0,-2 0 0,3 0 0,-2 0 0,1 0 0,-1 0 0,0 0 0,3 0 0,-3 0 0,1 0 0,0 0 0,-2 0 0,4 0 0,-4 0 0,1 0 0,2 0 0,-4 0 0,4 0 0,-1 0 0,-2 0 0,4 0 0,-4 0 0,1 0 0,2 1 0,-3 0 0,3 0 0,-1-1 0,-2 0 0,3 0 0,-3 0 0,1 0 0,2 0 0,-4 0 0,6 0 0,-5 0 0,2 0 0,0 0 0,-3 0 0,4 1 0,-3 0 0,1 1 0,0-1 0,-1 1 0,3-1 0,-3 0 0,1 0 0,0 0 0,1 0 0,-1 1 0,1-2 0,-1 1 0,0 0 0,0 0 0,1 0 0,-2 0 0,3 0 0,-3 1 0,3-1 0,-3 0 0,3-1 0,0 0 0,0 1 0,-2 0 0,0 0 0,1 1 0,0 0 0,0-1 0,1 2 0,-4-2 0,4 1 0,-1-1 0,-2 0 0,2 1 0,-1-1 0,-1 0 0,2 1 0,-2 0 0,2-1 0,-2 0 0,2-1 0,-2 1 0,2 0 0,-1 0 0,1 0 0,-2-1 0,3 2 0,-4 0 0,2 1 0,1-2 0,-2 1 0,5-1 0,-4 1 0,2-1 0,-3 0 0,1 1 0,1-2 0,-1 1 0,2 0 0,-1 0 0,-2 0 0,2 0 0,0-1 0,-3 0 0,4 1 0,-2 0 0,-1 1 0,2-1 0,0 0 0,0-1 0,0 1 0,-1 0 0,0 0 0,0 0 0,1 0 0,-2 0 0,3 1 0,-2 0 0,1-1 0,-1 0 0,-1 1 0,2 0 0,-3 0 0,3 0 0,-1 0 0,0 0 0,1-1 0,-2 1 0,2 1 0,-2-1 0,2 0 0,1 1 0,-2-3 0,2 3 0,-4-2 0,3 1 0,-1 0 0,0 0 0,0 1 0,2 0 0,-2-1 0,1 0 0,-1 0 0,-1 1 0,1-1 0,0 1 0,2 0 0,-2-1 0,0 0 0,1-1 0,-2 1 0,3 1 0,-4-1 0,1 0 0,3 2 0,-3 0 0,2 0 0,-3-1 0,3 1 0,-3 0 0,2-1 0,-1 2 0,0-1 0,2 1 0,-2-1 0,2 0 0,-3-2 0,2 2 0,0 0 0,-1-1 0,1 1 0,0 0 0,-2-1 0,4-1 0,-3 2 0,0-1 0,2 1 0,-2-1 0,1-2 0,0 3 0,-1-3 0,2 2 0,-1-1 0,1 0 0,0 0 0,-1-1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D919C-37E9-2D4E-A980-43D7AF4E2E66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4B4E5-71AB-A84B-8A79-AA96D71DF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69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4B4E5-71AB-A84B-8A79-AA96D71DF0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3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4B4E5-71AB-A84B-8A79-AA96D71DF0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2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sign with a blue circle and a flower&#10;&#10;AI-generated content may be incorrect.">
            <a:extLst>
              <a:ext uri="{FF2B5EF4-FFF2-40B4-BE49-F238E27FC236}">
                <a16:creationId xmlns:a16="http://schemas.microsoft.com/office/drawing/2014/main" id="{6D85E326-FC50-DEDB-1C50-A837CFAEA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" y="-1"/>
            <a:ext cx="12176985" cy="686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6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0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" y="5734923"/>
            <a:ext cx="12191695" cy="45720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6505" y="671716"/>
            <a:ext cx="5221562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7200" b="0" i="0" dirty="0">
                <a:solidFill>
                  <a:srgbClr val="FFFFFF"/>
                </a:solidFill>
                <a:latin typeface="Calibri"/>
              </a:rPr>
              <a:t>Welcome to</a:t>
            </a:r>
            <a:endParaRPr lang="en-US" sz="7200" b="0" i="0" dirty="0">
              <a:solidFill>
                <a:srgbClr val="FFFFFF"/>
              </a:solidFill>
              <a:latin typeface="Calibri"/>
            </a:endParaRPr>
          </a:p>
          <a:p>
            <a:pPr algn="ctr">
              <a:spcAft>
                <a:spcPts val="600"/>
              </a:spcAft>
            </a:pPr>
            <a:r>
              <a:rPr lang="en-US" sz="13800" b="1" i="0" dirty="0">
                <a:solidFill>
                  <a:srgbClr val="FFFFFF"/>
                </a:solidFill>
                <a:latin typeface="Calibri"/>
              </a:rPr>
              <a:t>BZFLS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1392" y="5924460"/>
            <a:ext cx="10982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5A35A"/>
                </a:solidFill>
              </a:rPr>
              <a:t>“Supported to Succeed, Accountable to Grow.”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B8F41D6-2895-3E1D-8EBE-BB538D5435A2}"/>
                  </a:ext>
                </a:extLst>
              </p14:cNvPr>
              <p14:cNvContentPartPr/>
              <p14:nvPr/>
            </p14:nvContentPartPr>
            <p14:xfrm>
              <a:off x="3895644" y="741433"/>
              <a:ext cx="727560" cy="101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B8F41D6-2895-3E1D-8EBE-BB538D5435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2644" y="678793"/>
                <a:ext cx="853200" cy="22752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97603F4E-EA5C-737D-150E-7AC2DFF9E1DF}"/>
              </a:ext>
            </a:extLst>
          </p:cNvPr>
          <p:cNvSpPr/>
          <p:nvPr/>
        </p:nvSpPr>
        <p:spPr>
          <a:xfrm>
            <a:off x="305" y="223316"/>
            <a:ext cx="12191695" cy="45720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A22FCB-B986-C9F3-F248-5A42CB342024}"/>
              </a:ext>
            </a:extLst>
          </p:cNvPr>
          <p:cNvSpPr/>
          <p:nvPr/>
        </p:nvSpPr>
        <p:spPr>
          <a:xfrm>
            <a:off x="664922" y="4144556"/>
            <a:ext cx="626472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HSC Program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91468-69A1-BFC8-480B-5219CBE3E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949" y="1001061"/>
            <a:ext cx="4184939" cy="41849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63"/>
    </mc:Choice>
    <mc:Fallback xmlns="">
      <p:transition spd="slow" advTm="906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4A5E-DE5A-3C30-DADE-E1E4F065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9DBD32-0455-5BA6-C6E5-A526B9DDEDB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2061B-B255-1FCA-B427-A7E8152A6184}"/>
              </a:ext>
            </a:extLst>
          </p:cNvPr>
          <p:cNvSpPr/>
          <p:nvPr/>
        </p:nvSpPr>
        <p:spPr>
          <a:xfrm>
            <a:off x="0" y="1124938"/>
            <a:ext cx="12191695" cy="118646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C46EBD-BD77-F618-DE50-E07FB65DF06D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9FD2F-0C6A-8184-D7AA-0DD69809A44C}"/>
              </a:ext>
            </a:extLst>
          </p:cNvPr>
          <p:cNvSpPr txBox="1"/>
          <p:nvPr/>
        </p:nvSpPr>
        <p:spPr>
          <a:xfrm>
            <a:off x="11247120" y="652881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C69E4A"/>
                </a:solidFill>
                <a:latin typeface="Calibri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23FAC-BEA8-63AD-E8CB-206CC2F4A79B}"/>
              </a:ext>
            </a:extLst>
          </p:cNvPr>
          <p:cNvSpPr txBox="1"/>
          <p:nvPr/>
        </p:nvSpPr>
        <p:spPr>
          <a:xfrm>
            <a:off x="1868382" y="-46626"/>
            <a:ext cx="894167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0" b="1" dirty="0">
                <a:solidFill>
                  <a:srgbClr val="102A54"/>
                </a:solidFill>
                <a:latin typeface="Calibri"/>
              </a:rPr>
              <a:t>BZFLS - HSC Program</a:t>
            </a:r>
            <a:endParaRPr sz="6600" b="1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306B2E-B197-2623-118D-438EC6FD8BDE}"/>
              </a:ext>
            </a:extLst>
          </p:cNvPr>
          <p:cNvSpPr/>
          <p:nvPr/>
        </p:nvSpPr>
        <p:spPr>
          <a:xfrm>
            <a:off x="655320" y="1468928"/>
            <a:ext cx="10881360" cy="1274271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934AC2-05B3-A7CA-B09A-98311B7EA69C}"/>
              </a:ext>
            </a:extLst>
          </p:cNvPr>
          <p:cNvSpPr txBox="1"/>
          <p:nvPr/>
        </p:nvSpPr>
        <p:spPr>
          <a:xfrm>
            <a:off x="655320" y="1709673"/>
            <a:ext cx="10881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800" b="1" i="0" dirty="0">
                <a:solidFill>
                  <a:srgbClr val="C69E4A"/>
                </a:solidFill>
                <a:latin typeface="Microsoft YaHei"/>
              </a:rPr>
              <a:t>Year 12 – Week </a:t>
            </a:r>
            <a:r>
              <a:rPr lang="en-US" sz="4800" b="1" dirty="0">
                <a:solidFill>
                  <a:srgbClr val="C69E4A"/>
                </a:solidFill>
                <a:latin typeface="Microsoft YaHei"/>
              </a:rPr>
              <a:t>42</a:t>
            </a:r>
            <a:endParaRPr sz="4800" b="1" i="0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B70EA0C-B84F-BA05-E4D0-CB402D82EFC9}"/>
              </a:ext>
            </a:extLst>
          </p:cNvPr>
          <p:cNvSpPr/>
          <p:nvPr/>
        </p:nvSpPr>
        <p:spPr>
          <a:xfrm>
            <a:off x="685800" y="3179740"/>
            <a:ext cx="10881360" cy="1274271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88D44F-4E49-6C7E-DD3A-4924503428B1}"/>
              </a:ext>
            </a:extLst>
          </p:cNvPr>
          <p:cNvSpPr/>
          <p:nvPr/>
        </p:nvSpPr>
        <p:spPr>
          <a:xfrm>
            <a:off x="773061" y="4854278"/>
            <a:ext cx="10881360" cy="1274271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96C02-CCC1-E28C-635F-FE7E313BE1B0}"/>
              </a:ext>
            </a:extLst>
          </p:cNvPr>
          <p:cNvSpPr txBox="1"/>
          <p:nvPr/>
        </p:nvSpPr>
        <p:spPr>
          <a:xfrm>
            <a:off x="685800" y="3380248"/>
            <a:ext cx="10881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800" b="1" i="0" dirty="0">
                <a:solidFill>
                  <a:srgbClr val="C69E4A"/>
                </a:solidFill>
                <a:latin typeface="Microsoft YaHei"/>
              </a:rPr>
              <a:t>Year 11 – Week 28</a:t>
            </a:r>
            <a:endParaRPr sz="4800" b="1" i="0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B6030-5258-A0C9-C691-0E1488340565}"/>
              </a:ext>
            </a:extLst>
          </p:cNvPr>
          <p:cNvSpPr txBox="1"/>
          <p:nvPr/>
        </p:nvSpPr>
        <p:spPr>
          <a:xfrm>
            <a:off x="773061" y="5077050"/>
            <a:ext cx="10881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800" b="1" i="0" dirty="0">
                <a:solidFill>
                  <a:srgbClr val="C69E4A"/>
                </a:solidFill>
                <a:latin typeface="Microsoft YaHei"/>
              </a:rPr>
              <a:t>Year 10 – Week 6</a:t>
            </a:r>
            <a:endParaRPr sz="4800" b="1" i="0" dirty="0">
              <a:solidFill>
                <a:srgbClr val="C69E4A"/>
              </a:solidFill>
              <a:latin typeface="Microsoft YaHe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9A54EF-A2BF-A00F-8D76-9B8CC0A06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39" y="121017"/>
            <a:ext cx="903939" cy="9039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802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3"/>
    </mc:Choice>
    <mc:Fallback xmlns="">
      <p:transition spd="slow" advTm="90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007DD-6B97-9EB1-D4E4-F880E39F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8448A4-DC5D-560B-5724-7FC8A1FA78DD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AC6BB4-3F27-7CE9-0E5D-4C8910D69F21}"/>
              </a:ext>
            </a:extLst>
          </p:cNvPr>
          <p:cNvSpPr/>
          <p:nvPr/>
        </p:nvSpPr>
        <p:spPr>
          <a:xfrm>
            <a:off x="0" y="1124938"/>
            <a:ext cx="12191695" cy="118646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48CA5-7034-95D3-D16E-D31DDB2AF05F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2CF832-9A37-983F-A9C8-446DA2C8630F}"/>
              </a:ext>
            </a:extLst>
          </p:cNvPr>
          <p:cNvSpPr/>
          <p:nvPr/>
        </p:nvSpPr>
        <p:spPr>
          <a:xfrm>
            <a:off x="10388763" y="193501"/>
            <a:ext cx="1576111" cy="850617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69E4A"/>
                </a:solidFill>
              </a:rPr>
              <a:t>Week 6</a:t>
            </a:r>
            <a:endParaRPr sz="3200" b="1" dirty="0">
              <a:solidFill>
                <a:srgbClr val="C69E4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AA738F-D25D-A124-15FB-40F4B2965678}"/>
              </a:ext>
            </a:extLst>
          </p:cNvPr>
          <p:cNvSpPr txBox="1"/>
          <p:nvPr/>
        </p:nvSpPr>
        <p:spPr>
          <a:xfrm>
            <a:off x="197629" y="189650"/>
            <a:ext cx="423692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102A54"/>
                </a:solidFill>
                <a:latin typeface="Calibri"/>
              </a:rPr>
              <a:t>Year 10 Pre-HSC</a:t>
            </a:r>
            <a:endParaRPr sz="4000" b="1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AB1F91-6095-9612-A13E-D214C767C017}"/>
              </a:ext>
            </a:extLst>
          </p:cNvPr>
          <p:cNvSpPr/>
          <p:nvPr/>
        </p:nvSpPr>
        <p:spPr>
          <a:xfrm>
            <a:off x="655320" y="1468929"/>
            <a:ext cx="10881360" cy="989620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51F824-0E1F-7D97-ECD5-BF0E830B9B4B}"/>
              </a:ext>
            </a:extLst>
          </p:cNvPr>
          <p:cNvSpPr txBox="1"/>
          <p:nvPr/>
        </p:nvSpPr>
        <p:spPr>
          <a:xfrm>
            <a:off x="655320" y="1619361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i="0" dirty="0">
                <a:solidFill>
                  <a:srgbClr val="C69E4A"/>
                </a:solidFill>
                <a:latin typeface="Microsoft YaHei"/>
              </a:rPr>
              <a:t>Assessment Sche</a:t>
            </a:r>
            <a:r>
              <a:rPr lang="en-US" sz="3600" b="1" dirty="0">
                <a:solidFill>
                  <a:srgbClr val="C69E4A"/>
                </a:solidFill>
                <a:latin typeface="Microsoft YaHei"/>
              </a:rPr>
              <a:t>dule</a:t>
            </a:r>
            <a:endParaRPr sz="3600" b="1" i="0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9AC23-8D25-B2BB-0241-AD0F4D34C872}"/>
              </a:ext>
            </a:extLst>
          </p:cNvPr>
          <p:cNvSpPr txBox="1"/>
          <p:nvPr/>
        </p:nvSpPr>
        <p:spPr>
          <a:xfrm>
            <a:off x="2316093" y="2598515"/>
            <a:ext cx="6987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102954"/>
                </a:solidFill>
                <a:latin typeface="Arial Rounded MT Bold" panose="020F0704030504030204" pitchFamily="34" charset="77"/>
                <a:cs typeface="Aharoni" panose="02010803020104030203" pitchFamily="2" charset="-79"/>
              </a:rPr>
              <a:t>Assessment 1- </a:t>
            </a:r>
            <a:r>
              <a:rPr lang="en-US" sz="5400" b="1" dirty="0">
                <a:solidFill>
                  <a:srgbClr val="C79E4A"/>
                </a:solidFill>
                <a:latin typeface="Arial Rounded MT Bold" panose="020F0704030504030204" pitchFamily="34" charset="77"/>
                <a:cs typeface="Aharoni" panose="02010803020104030203" pitchFamily="2" charset="-79"/>
              </a:rPr>
              <a:t>30% </a:t>
            </a:r>
            <a:r>
              <a:rPr lang="en-US" sz="5400" b="1" dirty="0">
                <a:solidFill>
                  <a:srgbClr val="102954"/>
                </a:solidFill>
                <a:latin typeface="Arial Rounded MT Bold" panose="020F0704030504030204" pitchFamily="34" charset="77"/>
                <a:cs typeface="Aharoni" panose="02010803020104030203" pitchFamily="2" charset="-79"/>
              </a:rPr>
              <a:t>(Week 7)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2C84C-134F-8E11-6A0A-79344B6BB97A}"/>
              </a:ext>
            </a:extLst>
          </p:cNvPr>
          <p:cNvSpPr txBox="1"/>
          <p:nvPr/>
        </p:nvSpPr>
        <p:spPr>
          <a:xfrm>
            <a:off x="1711202" y="4576919"/>
            <a:ext cx="81976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n>
                  <a:solidFill>
                    <a:srgbClr val="102954"/>
                  </a:solidFill>
                </a:ln>
                <a:solidFill>
                  <a:srgbClr val="C79E4A"/>
                </a:solidFill>
                <a:latin typeface="Arial Rounded MT Bold" panose="020F0704030504030204" pitchFamily="34" charset="77"/>
                <a:cs typeface="Aharoni" panose="02010803020104030203" pitchFamily="2" charset="-79"/>
              </a:rPr>
              <a:t>October 12-16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519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3"/>
    </mc:Choice>
    <mc:Fallback xmlns="">
      <p:transition spd="slow" advTm="90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E3BA-E0F9-2920-61E3-F83C30DF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DF7777-A67E-A4CF-07DB-315EE39D730D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B42FAD-CDCD-D44D-B7EF-A45304F9F612}"/>
              </a:ext>
            </a:extLst>
          </p:cNvPr>
          <p:cNvSpPr/>
          <p:nvPr/>
        </p:nvSpPr>
        <p:spPr>
          <a:xfrm>
            <a:off x="0" y="1124938"/>
            <a:ext cx="12191695" cy="118646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3853B-10EE-6436-EB65-F3E722F1993A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5BEAAA-3B4E-210D-D2EF-19C03D945F83}"/>
              </a:ext>
            </a:extLst>
          </p:cNvPr>
          <p:cNvSpPr/>
          <p:nvPr/>
        </p:nvSpPr>
        <p:spPr>
          <a:xfrm>
            <a:off x="9984659" y="193501"/>
            <a:ext cx="1980216" cy="850617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69E4A"/>
                </a:solidFill>
              </a:rPr>
              <a:t>Week 28</a:t>
            </a:r>
            <a:endParaRPr sz="3200" b="1" dirty="0">
              <a:solidFill>
                <a:srgbClr val="C69E4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DD861-5C5D-6CF8-31D7-6DCDABCDC648}"/>
              </a:ext>
            </a:extLst>
          </p:cNvPr>
          <p:cNvSpPr txBox="1"/>
          <p:nvPr/>
        </p:nvSpPr>
        <p:spPr>
          <a:xfrm>
            <a:off x="197629" y="189650"/>
            <a:ext cx="514371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102A54"/>
                </a:solidFill>
                <a:latin typeface="Calibri"/>
              </a:rPr>
              <a:t>Year 11 Preliminary</a:t>
            </a:r>
            <a:endParaRPr sz="4000" b="1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9FF1E6-B0F5-D0D8-4373-B4A12420FD04}"/>
              </a:ext>
            </a:extLst>
          </p:cNvPr>
          <p:cNvSpPr/>
          <p:nvPr/>
        </p:nvSpPr>
        <p:spPr>
          <a:xfrm>
            <a:off x="655320" y="1468929"/>
            <a:ext cx="10881360" cy="989620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28ED2-AA02-8CD0-6DAE-D4687B7C5B70}"/>
              </a:ext>
            </a:extLst>
          </p:cNvPr>
          <p:cNvSpPr txBox="1"/>
          <p:nvPr/>
        </p:nvSpPr>
        <p:spPr>
          <a:xfrm>
            <a:off x="655320" y="1619361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dirty="0">
                <a:solidFill>
                  <a:srgbClr val="C69E4A"/>
                </a:solidFill>
                <a:latin typeface="Microsoft YaHei"/>
              </a:rPr>
              <a:t>Important Dates</a:t>
            </a:r>
            <a:endParaRPr sz="3600" b="1" i="0" dirty="0">
              <a:solidFill>
                <a:srgbClr val="C69E4A"/>
              </a:solidFill>
              <a:latin typeface="Microsoft YaHe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FD9EA-AF83-BE38-EC7C-ADD3A63CC8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399497" y="302907"/>
            <a:ext cx="6132128" cy="61321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FEA627-B2E3-DBA9-DE7D-E4936C8B1A25}"/>
              </a:ext>
            </a:extLst>
          </p:cNvPr>
          <p:cNvSpPr txBox="1"/>
          <p:nvPr/>
        </p:nvSpPr>
        <p:spPr>
          <a:xfrm>
            <a:off x="759385" y="4401316"/>
            <a:ext cx="916391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C79E4A"/>
                </a:solidFill>
                <a:latin typeface="Microsoft YaHei"/>
              </a:rPr>
              <a:t>October 12 – New Year 12 Begins </a:t>
            </a:r>
            <a:endParaRPr sz="3600" b="1" dirty="0">
              <a:solidFill>
                <a:srgbClr val="C79E4A"/>
              </a:solidFill>
              <a:latin typeface="Microsoft YaHe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22DD70-9215-00DD-D12A-8347CF3F3BE1}"/>
              </a:ext>
            </a:extLst>
          </p:cNvPr>
          <p:cNvSpPr txBox="1"/>
          <p:nvPr/>
        </p:nvSpPr>
        <p:spPr>
          <a:xfrm>
            <a:off x="655320" y="2767280"/>
            <a:ext cx="1089811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C79E4A"/>
                </a:solidFill>
                <a:latin typeface="Microsoft YaHei"/>
              </a:rPr>
              <a:t>October 10 – Year 11 Parents &amp; Teachers</a:t>
            </a:r>
          </a:p>
          <a:p>
            <a:r>
              <a:rPr lang="en-US" sz="4000" b="1" dirty="0">
                <a:solidFill>
                  <a:srgbClr val="C79E4A"/>
                </a:solidFill>
                <a:latin typeface="Microsoft YaHei"/>
              </a:rPr>
              <a:t>                         Meeting </a:t>
            </a:r>
            <a:endParaRPr sz="3600" b="1" dirty="0">
              <a:solidFill>
                <a:srgbClr val="C79E4A"/>
              </a:solidFill>
              <a:latin typeface="Microsoft YaHe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8"/>
    </mc:Choice>
    <mc:Fallback xmlns="">
      <p:transition spd="slow" advTm="833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5DCD5-4A11-24F4-217F-DF41DBC7B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746384-4C36-CF2B-D108-62BD76B729B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65550B-C172-8F3C-0617-372730AE92B4}"/>
              </a:ext>
            </a:extLst>
          </p:cNvPr>
          <p:cNvSpPr/>
          <p:nvPr/>
        </p:nvSpPr>
        <p:spPr>
          <a:xfrm>
            <a:off x="0" y="1124938"/>
            <a:ext cx="12191695" cy="118646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E3CD0-CFA5-9D32-32EA-3121E28ADE5E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8803437-7D28-41D1-8271-5B38E89B2DDD}"/>
              </a:ext>
            </a:extLst>
          </p:cNvPr>
          <p:cNvSpPr/>
          <p:nvPr/>
        </p:nvSpPr>
        <p:spPr>
          <a:xfrm>
            <a:off x="9984659" y="193501"/>
            <a:ext cx="1980216" cy="850617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69E4A"/>
                </a:solidFill>
              </a:rPr>
              <a:t>Week 42</a:t>
            </a:r>
            <a:endParaRPr sz="3200" b="1" dirty="0">
              <a:solidFill>
                <a:srgbClr val="C69E4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5D6412-D2F0-C66E-8E26-4C63451EFE74}"/>
              </a:ext>
            </a:extLst>
          </p:cNvPr>
          <p:cNvSpPr txBox="1"/>
          <p:nvPr/>
        </p:nvSpPr>
        <p:spPr>
          <a:xfrm>
            <a:off x="197629" y="189650"/>
            <a:ext cx="319869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102A54"/>
                </a:solidFill>
                <a:latin typeface="Calibri"/>
              </a:rPr>
              <a:t>Year 12 HSC</a:t>
            </a:r>
            <a:endParaRPr sz="4000" b="1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F30BCE-188C-A017-D096-E5D654EC2778}"/>
              </a:ext>
            </a:extLst>
          </p:cNvPr>
          <p:cNvSpPr txBox="1"/>
          <p:nvPr/>
        </p:nvSpPr>
        <p:spPr>
          <a:xfrm>
            <a:off x="692210" y="2163853"/>
            <a:ext cx="10282557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79E4A"/>
                </a:solidFill>
                <a:latin typeface="Microsoft YaHei"/>
              </a:rPr>
              <a:t> </a:t>
            </a:r>
            <a:r>
              <a:rPr lang="en-US" sz="4400" b="1" dirty="0">
                <a:solidFill>
                  <a:srgbClr val="C79E4A"/>
                </a:solidFill>
                <a:latin typeface="Microsoft YaHei"/>
              </a:rPr>
              <a:t>October  10 – EALD</a:t>
            </a:r>
            <a:endParaRPr lang="en-US" sz="3200" b="1" dirty="0">
              <a:solidFill>
                <a:srgbClr val="C79E4A"/>
              </a:solidFill>
              <a:latin typeface="Microsoft YaHei"/>
            </a:endParaRP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16 – Chinese &amp; Literature (CAL)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102954"/>
              </a:solidFill>
              <a:latin typeface="Microsoft YaHei"/>
            </a:endParaRP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102954"/>
              </a:solidFill>
              <a:latin typeface="Microsoft YaHe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306656F-BB01-C0AB-6CF3-10F0D68A3BF3}"/>
              </a:ext>
            </a:extLst>
          </p:cNvPr>
          <p:cNvSpPr/>
          <p:nvPr/>
        </p:nvSpPr>
        <p:spPr>
          <a:xfrm>
            <a:off x="655320" y="1336195"/>
            <a:ext cx="10881360" cy="796763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B5E45-A66B-5599-6A11-6E96C74EF246}"/>
              </a:ext>
            </a:extLst>
          </p:cNvPr>
          <p:cNvSpPr txBox="1"/>
          <p:nvPr/>
        </p:nvSpPr>
        <p:spPr>
          <a:xfrm>
            <a:off x="655320" y="1442383"/>
            <a:ext cx="10881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rgbClr val="C69E4A"/>
                </a:solidFill>
                <a:latin typeface="Microsoft YaHei"/>
              </a:rPr>
              <a:t>Friday Afternoon Revision Schedule</a:t>
            </a:r>
            <a:endParaRPr sz="3200" b="1" i="0" dirty="0">
              <a:solidFill>
                <a:srgbClr val="C69E4A"/>
              </a:solidFill>
              <a:latin typeface="Microsoft YaHe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68EB41-38C9-2497-8041-6498034D7A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7216909" y="1512217"/>
            <a:ext cx="4747966" cy="4747966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35C6A10-AAF4-2302-C9F8-C7088E24B5C4}"/>
              </a:ext>
            </a:extLst>
          </p:cNvPr>
          <p:cNvSpPr/>
          <p:nvPr/>
        </p:nvSpPr>
        <p:spPr>
          <a:xfrm>
            <a:off x="655320" y="3805689"/>
            <a:ext cx="10881360" cy="796763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7960E7-0280-8EC8-DB14-25168CE40FCA}"/>
              </a:ext>
            </a:extLst>
          </p:cNvPr>
          <p:cNvSpPr txBox="1"/>
          <p:nvPr/>
        </p:nvSpPr>
        <p:spPr>
          <a:xfrm>
            <a:off x="655320" y="3911877"/>
            <a:ext cx="10881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rgbClr val="C69E4A"/>
                </a:solidFill>
                <a:latin typeface="Microsoft YaHei"/>
              </a:rPr>
              <a:t>Sunday Night Study Revision Schedule</a:t>
            </a:r>
            <a:endParaRPr sz="3200" b="1" i="0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2F94D-FB9D-02DE-3716-89B5D9A92F70}"/>
              </a:ext>
            </a:extLst>
          </p:cNvPr>
          <p:cNvSpPr txBox="1"/>
          <p:nvPr/>
        </p:nvSpPr>
        <p:spPr>
          <a:xfrm>
            <a:off x="655320" y="4725043"/>
            <a:ext cx="1123712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79E4A"/>
                </a:solidFill>
                <a:latin typeface="Microsoft YaHei"/>
              </a:rPr>
              <a:t> </a:t>
            </a:r>
            <a:r>
              <a:rPr lang="en-US" sz="4000" b="1" dirty="0">
                <a:solidFill>
                  <a:srgbClr val="C79E4A"/>
                </a:solidFill>
                <a:latin typeface="Microsoft YaHei"/>
              </a:rPr>
              <a:t>October 11 – EALD</a:t>
            </a:r>
            <a:endParaRPr lang="en-US" sz="3200" b="1" dirty="0">
              <a:solidFill>
                <a:srgbClr val="C79E4A"/>
              </a:solidFill>
              <a:latin typeface="Microsoft YaHei"/>
            </a:endParaRP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18 – Mathematics Advanced (MAD)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102954"/>
              </a:solidFill>
              <a:latin typeface="Microsoft YaHe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754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49"/>
    </mc:Choice>
    <mc:Fallback xmlns="">
      <p:transition spd="slow" advTm="744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B85EE-813A-C8B4-2A9B-6068FC78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ED39C4-4F86-8AC1-EF27-481828F006E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C270B-E1AE-054F-C425-6F13B424DD62}"/>
              </a:ext>
            </a:extLst>
          </p:cNvPr>
          <p:cNvSpPr/>
          <p:nvPr/>
        </p:nvSpPr>
        <p:spPr>
          <a:xfrm>
            <a:off x="0" y="1124938"/>
            <a:ext cx="12191695" cy="118646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55E82-7313-1AD4-CB47-B4FC566F12B6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CA45DE-6379-A33D-3F32-56D3E12EE070}"/>
              </a:ext>
            </a:extLst>
          </p:cNvPr>
          <p:cNvSpPr/>
          <p:nvPr/>
        </p:nvSpPr>
        <p:spPr>
          <a:xfrm>
            <a:off x="9984659" y="193501"/>
            <a:ext cx="1980216" cy="850617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69E4A"/>
                </a:solidFill>
              </a:rPr>
              <a:t>WEEK 42</a:t>
            </a:r>
            <a:endParaRPr sz="3200" b="1" dirty="0">
              <a:solidFill>
                <a:srgbClr val="C69E4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3BA12D-F856-588E-8DBA-8F9D5F6B5C49}"/>
              </a:ext>
            </a:extLst>
          </p:cNvPr>
          <p:cNvSpPr txBox="1"/>
          <p:nvPr/>
        </p:nvSpPr>
        <p:spPr>
          <a:xfrm>
            <a:off x="197629" y="189650"/>
            <a:ext cx="319869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102A54"/>
                </a:solidFill>
                <a:latin typeface="Calibri"/>
              </a:rPr>
              <a:t>Year 12 HSC</a:t>
            </a:r>
            <a:endParaRPr sz="4000" b="1" dirty="0">
              <a:solidFill>
                <a:srgbClr val="C69E4A"/>
              </a:solidFill>
              <a:latin typeface="Microsoft YaHe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EAD14-4565-5E60-9CCF-B2D6A203DC7D}"/>
              </a:ext>
            </a:extLst>
          </p:cNvPr>
          <p:cNvSpPr txBox="1"/>
          <p:nvPr/>
        </p:nvSpPr>
        <p:spPr>
          <a:xfrm>
            <a:off x="808229" y="2368811"/>
            <a:ext cx="10282557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13-14 – EALD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19 – Mathematics Advanced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21 – Chinese &amp; Literature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 23 – Mathematics Extension 1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26 – Business Studies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October 30 – Visual Arts</a:t>
            </a:r>
          </a:p>
          <a:p>
            <a:pPr marL="321750" indent="-10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02954"/>
                </a:solidFill>
                <a:latin typeface="Microsoft YaHei"/>
              </a:rPr>
              <a:t> November 5 - Physics</a:t>
            </a:r>
            <a:endParaRPr sz="2800" b="1" dirty="0">
              <a:solidFill>
                <a:srgbClr val="102954"/>
              </a:solidFill>
              <a:latin typeface="Microsoft YaHe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531D822-37C6-6119-2ECE-428463F02E1B}"/>
              </a:ext>
            </a:extLst>
          </p:cNvPr>
          <p:cNvSpPr/>
          <p:nvPr/>
        </p:nvSpPr>
        <p:spPr>
          <a:xfrm>
            <a:off x="655320" y="1336195"/>
            <a:ext cx="10881360" cy="796763"/>
          </a:xfrm>
          <a:prstGeom prst="roundRect">
            <a:avLst>
              <a:gd name="adj" fmla="val 12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F0DE8-2400-3153-F44F-44B66F234FB7}"/>
              </a:ext>
            </a:extLst>
          </p:cNvPr>
          <p:cNvSpPr txBox="1"/>
          <p:nvPr/>
        </p:nvSpPr>
        <p:spPr>
          <a:xfrm>
            <a:off x="655320" y="1442383"/>
            <a:ext cx="10881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rgbClr val="C69E4A"/>
                </a:solidFill>
                <a:latin typeface="Microsoft YaHei"/>
              </a:rPr>
              <a:t>External Exam Schedule</a:t>
            </a:r>
            <a:endParaRPr sz="3200" b="1" i="0" dirty="0">
              <a:solidFill>
                <a:srgbClr val="C69E4A"/>
              </a:solidFill>
              <a:latin typeface="Microsoft YaHe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3BB50A-DCA1-1075-197B-29A7D09840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7216909" y="1512217"/>
            <a:ext cx="4747966" cy="47479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676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49"/>
    </mc:Choice>
    <mc:Fallback xmlns="">
      <p:transition spd="slow" advTm="744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9111-5C14-0486-8270-AD57FE97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A36BD1-5A19-8550-5664-B3D268D88394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FA88A8-CB7C-2F12-706E-C6CD10EE9D55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 close-up of a school tool&#10;&#10;AI-generated content may be incorrect.">
            <a:extLst>
              <a:ext uri="{FF2B5EF4-FFF2-40B4-BE49-F238E27FC236}">
                <a16:creationId xmlns:a16="http://schemas.microsoft.com/office/drawing/2014/main" id="{659C06F9-0510-93EF-F6B6-91316AA3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9" y="233172"/>
            <a:ext cx="11684002" cy="61161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120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49"/>
    </mc:Choice>
    <mc:Fallback>
      <p:transition spd="slow" advTm="744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58ED1-024B-A2BE-4571-F21F45AF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53505B-5450-5116-AD04-AFEEE7E9FDA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C96097-ED74-80CE-30D4-86B813BEEBEC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close-up of a poster&#10;&#10;AI-generated content may be incorrect.">
            <a:extLst>
              <a:ext uri="{FF2B5EF4-FFF2-40B4-BE49-F238E27FC236}">
                <a16:creationId xmlns:a16="http://schemas.microsoft.com/office/drawing/2014/main" id="{FC924615-4E74-0DCD-9B6B-0EC9C8111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54" y="229382"/>
            <a:ext cx="11130845" cy="62125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2670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49"/>
    </mc:Choice>
    <mc:Fallback>
      <p:transition spd="slow" advTm="744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143F-1879-4A61-E7A0-19AD2A6C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5256A7-13E9-C1F8-527F-CCE93E3F1F4C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32C477-DE3D-ABE7-F822-28D3DFB659B8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collage of a person taking a test&#10;&#10;AI-generated content may be incorrect.">
            <a:extLst>
              <a:ext uri="{FF2B5EF4-FFF2-40B4-BE49-F238E27FC236}">
                <a16:creationId xmlns:a16="http://schemas.microsoft.com/office/drawing/2014/main" id="{A0B76DD9-4689-09A4-52C4-21A6160AA6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41" t="-594" r="2364" b="4680"/>
          <a:stretch>
            <a:fillRect/>
          </a:stretch>
        </p:blipFill>
        <p:spPr>
          <a:xfrm>
            <a:off x="188048" y="202616"/>
            <a:ext cx="11731190" cy="62515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311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49"/>
    </mc:Choice>
    <mc:Fallback>
      <p:transition spd="slow" advTm="744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B9B865-E3EE-13AC-EC10-F6E7AB9D4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0"/>
            <a:ext cx="12192000" cy="684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59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A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with a few images of people writing on paper&#10;&#10;AI-generated content may be incorrect.">
            <a:extLst>
              <a:ext uri="{FF2B5EF4-FFF2-40B4-BE49-F238E27FC236}">
                <a16:creationId xmlns:a16="http://schemas.microsoft.com/office/drawing/2014/main" id="{D5355DC9-2CCE-80E4-9189-C93D067404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1" t="3225" r="5154" b="3325"/>
          <a:stretch>
            <a:fillRect/>
          </a:stretch>
        </p:blipFill>
        <p:spPr>
          <a:xfrm>
            <a:off x="215704" y="6439"/>
            <a:ext cx="11760591" cy="685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2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with text and images of people&#10;&#10;AI-generated content may be incorrect.">
            <a:extLst>
              <a:ext uri="{FF2B5EF4-FFF2-40B4-BE49-F238E27FC236}">
                <a16:creationId xmlns:a16="http://schemas.microsoft.com/office/drawing/2014/main" id="{55799837-CE17-47BA-688F-F686E7F2C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3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666" y="402040"/>
            <a:ext cx="1165013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Year 12s,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The finish line is in sight. This is your time.</a:t>
            </a:r>
          </a:p>
          <a:p>
            <a:r>
              <a:rPr lang="en-US" sz="4400" dirty="0">
                <a:solidFill>
                  <a:schemeClr val="bg1"/>
                </a:solidFill>
              </a:rPr>
              <a:t>Don't waste a single day. You are capable. You are prepared. You are ready.</a:t>
            </a:r>
          </a:p>
          <a:p>
            <a:r>
              <a:rPr lang="en-US" sz="4400" dirty="0">
                <a:solidFill>
                  <a:schemeClr val="bg1"/>
                </a:solidFill>
              </a:rPr>
              <a:t>Your teachers support you. Your family cheers for you. But the effort must come from you.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4400" b="1" dirty="0">
                <a:solidFill>
                  <a:srgbClr val="C5A35A"/>
                </a:solidFill>
              </a:rPr>
              <a:t>We believe in you.</a:t>
            </a:r>
            <a:endParaRPr lang="en-US" sz="4400" dirty="0">
              <a:solidFill>
                <a:srgbClr val="C5A35A"/>
              </a:solidFill>
            </a:endParaRPr>
          </a:p>
          <a:p>
            <a:r>
              <a:rPr lang="en-US" sz="4400" b="1" dirty="0">
                <a:solidFill>
                  <a:srgbClr val="C5A35A"/>
                </a:solidFill>
              </a:rPr>
              <a:t>Now go – show what you can do.</a:t>
            </a:r>
            <a:endParaRPr lang="en-US" sz="3600" dirty="0">
              <a:solidFill>
                <a:srgbClr val="C5A35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EB915-8099-C236-608D-3F5C24F47363}"/>
              </a:ext>
            </a:extLst>
          </p:cNvPr>
          <p:cNvSpPr/>
          <p:nvPr/>
        </p:nvSpPr>
        <p:spPr>
          <a:xfrm>
            <a:off x="305" y="223316"/>
            <a:ext cx="12191695" cy="45720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B22140-498D-1E3E-27F3-1FF39926EB3E}"/>
              </a:ext>
            </a:extLst>
          </p:cNvPr>
          <p:cNvSpPr/>
          <p:nvPr/>
        </p:nvSpPr>
        <p:spPr>
          <a:xfrm>
            <a:off x="305" y="6489290"/>
            <a:ext cx="12191695" cy="45720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81474-88CB-12BE-87C9-439D0BB7E3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157369" y="274827"/>
            <a:ext cx="6201120" cy="6201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0"/>
    </mc:Choice>
    <mc:Fallback xmlns="">
      <p:transition spd="slow" advTm="279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ard with a picture of a camera&#10;&#10;AI-generated content may be incorrect.">
            <a:extLst>
              <a:ext uri="{FF2B5EF4-FFF2-40B4-BE49-F238E27FC236}">
                <a16:creationId xmlns:a16="http://schemas.microsoft.com/office/drawing/2014/main" id="{5A04D2C7-8776-C595-E0C7-89CDC3FC6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  <p:pic>
        <p:nvPicPr>
          <p:cNvPr id="7" name="Picture 6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EE4E6534-0F51-547B-B962-5CF9E6CF8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569" y="1290053"/>
            <a:ext cx="4042374" cy="458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76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38A4-BE76-6C29-1841-F69B8681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FE4E40-A9F3-04E1-F854-CC570FBBA327}"/>
              </a:ext>
            </a:extLst>
          </p:cNvPr>
          <p:cNvSpPr/>
          <p:nvPr/>
        </p:nvSpPr>
        <p:spPr>
          <a:xfrm>
            <a:off x="305" y="13994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11168-20A2-A06B-170C-76D16E90E723}"/>
              </a:ext>
            </a:extLst>
          </p:cNvPr>
          <p:cNvSpPr txBox="1"/>
          <p:nvPr/>
        </p:nvSpPr>
        <p:spPr>
          <a:xfrm>
            <a:off x="0" y="396803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0" b="1" i="0" dirty="0">
                <a:solidFill>
                  <a:srgbClr val="C69E4A"/>
                </a:solidFill>
                <a:latin typeface="Calibri"/>
              </a:rPr>
              <a:t>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DD509-919B-AE8D-BB0C-435C7A6CEF8A}"/>
              </a:ext>
            </a:extLst>
          </p:cNvPr>
          <p:cNvSpPr txBox="1"/>
          <p:nvPr/>
        </p:nvSpPr>
        <p:spPr>
          <a:xfrm>
            <a:off x="914400" y="1722683"/>
            <a:ext cx="10360152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 dirty="0">
                <a:solidFill>
                  <a:srgbClr val="FFFFFF"/>
                </a:solidFill>
                <a:latin typeface="Calibri"/>
              </a:rPr>
              <a:t>We do everything we can,
to help you succeed.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A0E63E-AE0D-5570-8745-1CFA9F0B2628}"/>
              </a:ext>
            </a:extLst>
          </p:cNvPr>
          <p:cNvSpPr/>
          <p:nvPr/>
        </p:nvSpPr>
        <p:spPr>
          <a:xfrm>
            <a:off x="4727448" y="3688643"/>
            <a:ext cx="2743200" cy="36576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7EB1F-FE6E-FC32-6E96-27AE3F6BFDD5}"/>
              </a:ext>
            </a:extLst>
          </p:cNvPr>
          <p:cNvSpPr/>
          <p:nvPr/>
        </p:nvSpPr>
        <p:spPr>
          <a:xfrm>
            <a:off x="305" y="223316"/>
            <a:ext cx="12191695" cy="45720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6D48D7-1575-0FEB-97AA-60C9A359BD13}"/>
              </a:ext>
            </a:extLst>
          </p:cNvPr>
          <p:cNvSpPr/>
          <p:nvPr/>
        </p:nvSpPr>
        <p:spPr>
          <a:xfrm>
            <a:off x="305" y="6489290"/>
            <a:ext cx="12191695" cy="45720"/>
          </a:xfrm>
          <a:prstGeom prst="rect">
            <a:avLst/>
          </a:prstGeom>
          <a:solidFill>
            <a:srgbClr val="C6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2F87A5-2DB0-A12E-3703-307374E3B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565" y="4044574"/>
            <a:ext cx="1810869" cy="181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8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0"/>
    </mc:Choice>
    <mc:Fallback xmlns="">
      <p:transition spd="slow" advTm="279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logo with text&#10;&#10;AI-generated content may be incorrect.">
            <a:extLst>
              <a:ext uri="{FF2B5EF4-FFF2-40B4-BE49-F238E27FC236}">
                <a16:creationId xmlns:a16="http://schemas.microsoft.com/office/drawing/2014/main" id="{0C0E70AE-A03E-A332-55D7-03007953D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5"/>
            <a:ext cx="12192000" cy="68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3376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2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2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2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2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249</Words>
  <Application>Microsoft Macintosh PowerPoint</Application>
  <PresentationFormat>Widescreen</PresentationFormat>
  <Paragraphs>50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Microsoft YaHei</vt:lpstr>
      <vt:lpstr>Aptos</vt:lpstr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H288636@365mmt.com</cp:lastModifiedBy>
  <cp:revision>64</cp:revision>
  <dcterms:created xsi:type="dcterms:W3CDTF">2013-01-27T09:14:16Z</dcterms:created>
  <dcterms:modified xsi:type="dcterms:W3CDTF">2026-09-30T08:36:09Z</dcterms:modified>
  <cp:category/>
</cp:coreProperties>
</file>